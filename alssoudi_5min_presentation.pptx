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4" y="1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3969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35151" y="-914400"/>
            <a:ext cx="3840480" cy="384048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60280" y="1143000"/>
            <a:ext cx="3200400" cy="32004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9350478" y="2743200"/>
            <a:ext cx="2743200" cy="27432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12799" y="4800600"/>
            <a:ext cx="2286000" cy="22860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88880" y="4608871"/>
            <a:ext cx="2743200" cy="27432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2: Business Analysis with Python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Hamzah Alssoudi</a:t>
            </a:r>
            <a:endParaRPr lang="en-US" sz="22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05/29/2026</a:t>
            </a:r>
            <a:endParaRPr lang="en-US" sz="22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Region Analysis</a:t>
            </a:r>
            <a:endParaRPr lang="en-US" sz="22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&amp; Massachusetts Territories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772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sales analysis project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Maryland and Massachusetts territories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Jupyter Notebook with Pandas, NumPy, and Matplotlib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(Northeast), 2022 through 2025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identify trends and where to focus marketing next quarter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1: TERRITORIES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Shruti Reddy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475488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Annapolis, Back River, Baltimore, Germantown, Howard, North Harford, Parkville, Queen Anne's County, Ridgely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303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2011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Massachusetts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Manager: Bo Heap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6492240" y="39776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4480560"/>
            <a:ext cx="4754880" cy="0"/>
          </a:xfrm>
          <a:prstGeom prst="line">
            <a:avLst/>
          </a:prstGeom>
          <a:noFill/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Boston, Attleboro, Falmouth, Framingham, Haverhill, Hingham, Holyoke, Leominster, Lowell, Lynn, Nantucket, New Bedford, Northampton, Pittsfield, Provincetown, Quincy, Somerville, Worcester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2: MONTHLY REVENUE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apstone_2/chart_monthl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7724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737360"/>
            <a:ext cx="3200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0" y="233172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out-earns Massachusetts every single month, even with half the stores.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3840480"/>
            <a:ext cx="2926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have seasonal peaks (back-to-school). Both trend up over time.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3: STORE PERFORMANCE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apstone_2/chart_stor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7724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737360"/>
            <a:ext cx="3200400" cy="39319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Finding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$8.8M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886968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Harford alone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869680" y="3657600"/>
            <a:ext cx="2743200" cy="0"/>
          </a:xfrm>
          <a:prstGeom prst="line">
            <a:avLst/>
          </a:prstGeom>
          <a:noFill/>
          <a:ln w="12700">
            <a:solidFill>
              <a:srgbClr val="5A8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869680" y="3794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all 18 Massachusetts stores combined ($5.7M).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4: TOP CUSTOMERS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50292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rewards data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sales to customer list on RewardsID = cust_id.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transactions are linked to a known customer — the other 90% are anonymous.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spenders are the natural targets for loyalty offers and re-engagement.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(Maryland)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965960"/>
          <a:ext cx="54864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 Brown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$7,602.28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Donna Hayward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$7,081.17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Avon Barksdale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$6,172.68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Trent Lane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$6,076.89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$5,916.81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5: PRODUCT CATEGORY ANALYSIS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Capstone_2/chart_categori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554480"/>
            <a:ext cx="777240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686800" y="1737360"/>
            <a:ext cx="3200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7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69680" y="1874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8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869680" y="233172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Textbooks drive almost all revenue in both territories.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0" y="365760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categories (Books, Art Supplies, Stationery) are growth opportunities, especially in Massachusetts.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E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457200"/>
            <a:ext cx="3200400" cy="32004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789920" y="1828800"/>
            <a:ext cx="2560320" cy="256032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0" y="5303520"/>
            <a:ext cx="1828800" cy="1828800"/>
          </a:xfrm>
          <a:prstGeom prst="ellipse">
            <a:avLst/>
          </a:prstGeom>
          <a:solidFill>
            <a:srgbClr val="C9DCEF">
              <a:alpha val="50000"/>
            </a:srgbClr>
          </a:solidFill>
          <a:ln w="12700">
            <a:solidFill>
              <a:srgbClr val="C9DC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6: FINAL RECOMMENDATION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48640" cy="54864"/>
          </a:xfrm>
          <a:prstGeom prst="rect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Massachusetts. Diversify Maryland's risk. Grow rewards.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31520" cy="73152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marketing on Massachusetts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stores all averaging only $319K each — huge per-store headroom. A territory-wide campaign lifts many stores at once. Momentum already there in 2025.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731520" cy="73152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00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Maryland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40233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Harford carries the whole territory — that's a risk, not growth. Build up the other 8 stores so MD doesn't depend on one location.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731520" cy="731520"/>
          </a:xfrm>
          <a:prstGeom prst="ellipse">
            <a:avLst/>
          </a:prstGeom>
          <a:solidFill>
            <a:srgbClr val="E07856"/>
          </a:solidFill>
          <a:ln w="12700">
            <a:solidFill>
              <a:srgbClr val="E078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600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rewards program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5303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10% of customers are identified. More sign-ups = better targeting on every future campaign in both territories.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914400"/>
            <a:ext cx="3840480" cy="384048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0" y="1371600"/>
            <a:ext cx="3200400" cy="32004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0" y="2743200"/>
            <a:ext cx="2743200" cy="27432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5029200"/>
            <a:ext cx="2286000" cy="22860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0" y="4572000"/>
            <a:ext cx="2743200" cy="2743200"/>
          </a:xfrm>
          <a:prstGeom prst="ellipse">
            <a:avLst/>
          </a:prstGeom>
          <a:solidFill>
            <a:srgbClr val="2C5F8D">
              <a:alpha val="30000"/>
            </a:srgbClr>
          </a:solidFill>
          <a:ln w="12700">
            <a:solidFill>
              <a:srgbClr val="2C5F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HAMZAH ALSSOUDI  /  CAPSTONE_2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github.com/hamzahalssoudi/Capstone_2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452</Words>
  <Application>Microsoft Office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EmporiUm Sales Territory Analysis</dc:title>
  <dc:subject>PptxGenJS Presentation</dc:subject>
  <dc:creator>Hamzah Alssoudi</dc:creator>
  <cp:lastModifiedBy>hamzah alssoudi</cp:lastModifiedBy>
  <cp:revision>2</cp:revision>
  <dcterms:created xsi:type="dcterms:W3CDTF">2026-05-29T10:32:17Z</dcterms:created>
  <dcterms:modified xsi:type="dcterms:W3CDTF">2026-05-29T11:13:58Z</dcterms:modified>
</cp:coreProperties>
</file>